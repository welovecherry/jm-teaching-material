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이상탐지 자동화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F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강의 슬라이드  ·  전체 40시간 (5일)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9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코리아IT아카데미 전임강사   |   레포: anomaly_detection/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로그·이벤트·알림 개념 &amp; SIEM/XDR 구조·데이터 전처리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로그·이벤트·알림의 관계와 SIEM/XDR 아키텍처를 이해한다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로그 데이터셋을 pandas로 탐색·전처리할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로그 소스를 공통 스키마로 정규화할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이상탐지 자동화 모듈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anomaly_detection/day01_intro.py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1~3과목 복습 - 이상탐지가 필요한 이유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1과목(로그 파싱·요약), 2과목(품질지표·정책로그), 3과목(과다권한 탐지)이 모두 '정상과 비정상을 구분하는' 작업이었음을 되짚고, 오늘부터는 이를 본격적인 이상탐지 체계로 확장함을 안내한다.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배운 과목 중 '정상 패턴과 비정상 패턴을 구분'하는 작업이 등장했던 사례를 떠올려볼까요?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vs 이벤트 vs 알림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로그(발생한 모든 기록), 이벤트(의미 있는 단위로 정리된 로그), 알림(사람이 조치해야 할 만큼 중요한 이벤트)의 계층 구조를 피라미드로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로그를 그대로 알림으로 보낸다면 담당자는 어떤 문제(피로도)를 겪게 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로그: 초당 수만 건의 원시 기록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이벤트: '로그인 실패', 'VPN 접속' 등 의미 단위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알림: '동일 계정 10회 로그인 실패' 같은 조치 필요 상황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SIEM과 XDR 개념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시스템의 로그를 한 곳에 모아 상관분석·경보를 수행하는 SIEM의 역할과, 엔드포인트·네트워크·클라우드 데이터를 통합 분석하고 자동 대응까지 연계하는 XDR의 개념을 비교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SIEM은 '분석'에 집중한다면, XDR은 여기에 무엇을 추가로 결합할까요? (탐지+대응 연계, 5과목 SOAR 예고)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과목 실습 데이터셋 소개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과목 전체에서 사용할 가상 A사 로그 데이터셋(로그인 로그, 방화벽 로그, SaaS 접속 로그)의 구조를 소개하고, 1과목에서 배운 CSV/JSON 처리 지식이 그대로 쓰임을 확인한다.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로그 소스가 다른 형식으로 되어 있는데, 이걸 하나로 통합 분석하려면 무엇이 필요할까요?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login_logs.csv: timestamp,user,ip,result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firewall_logs.csv: timestamp,src_ip,dst_ip,port,action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saas_logs.csv: timestamp,user,app,action,ip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로그·이벤트·알림 계층과 SIEM/XDR 개념을 정리하고 데이터 전처리 실습으로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pandas로 로그 탐색하기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라이브러리로 CSV를 읽고 head(), info(), value_counts() 등으로 데이터를 탐색하는 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value_counts()로 result 컬럼을 확인하면 전체 로그인 시도 중 실패 비율을 바로 알 수 있는데, 이게 왜 유용할까요?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pd.read_csv('login_logs.csv')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print(df.head())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print(df['result'].value_counts())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전처리 - 결측치, 이상 형식 처리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로그에는 빈 값, 잘못된 형식의 타임스탬프 등이 섞여 있다는 점을 실습 데이터로 보여주고, dropna(), pd.to_datetime() 등으로 정제하는 법을 다룬다.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errors='coerce' 옵션은 형식이 이상한 타임스탬프를 어떻게 처리할까요?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df['timestamp'] = pd.to_datetime(df['timestamp'], errors='coerce')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df.dropna(subset=['timestamp', 'user'])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로그 소스 통합 스키마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컬럼명을 가진 3개 로그를 공통 스키마(timestamp, user, source, event_type, detail)로 정규화하는 함수를 설계한다(1과목의 정규화 경험 재적용).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서로 다른 로그를 공통 스키마로 통일해야 다음 단계(분류·탐지)가 쉬워질까요?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normalize_login(row):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{'timestamp': row['timestamp'], 'user': row['user'], 'source': 'login',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'event_type': 'login_failed' if row['result']=='fail' else 'login_success',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'detail': {'ip': row['ip']}}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결과 저장과 검증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로그를 공통 스키마로 변환해 하나의 리스트로 통합하고 JSON으로 저장하는 코드를 라이브 코딩하며, 정규화 전후 건수를 비교해 데이터 손실이 없는지 검증하는 습관을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후 건수가 원본보다 줄었다면 어디서 데이터가 사라졌는지 어떻게 추적할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open('normalized_events.json', 'w', encoding='utf-8')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json.dump(all_events, f, ensure_ascii=False, indent=2)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print(f'원본 {total_raw}건 -&gt; 정규화 {len(all_events)}건')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로그 소스를 탐색·전처리해 통합 스키마로 정규화하는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샘플 로그 데이터셋 탐색 및 전처리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로그 소스(로그인/방화벽/SaaS)를 pandas로 탐색하고 공통 스키마로 정규화한다.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anomaly_detection/explore_logs.py를 생성해 3개 CSV 파일을 pandas로 읽고 탐색한다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로그의 결측치·이상 타임스탬프 비율을 확인하고 정제한다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anomaly_detection/normalize.py에 normalize_login(), normalize_firewall(), normalize_saas() 함수를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로그를 공통 스키마로 변환해 하나의 리스트로 통합한다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결과를 normalized_events.json으로 저장한다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전후 건수를 비교해 anomaly_detection/day01_summary.md에 기록한다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anomaly_detection/normalize.py, normalized_events.json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로그 소스 모두 정상적으로 정규화되는가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결측치·이상 데이터가 적절히 처리되는가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전후 건수 비교로 데이터 손실을 검증했는가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유형 분류(베이스라인) &amp; 로그인·트래픽 급증 탐지 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베이스라인을 설정하고 관제 이벤트 유형 분류체계를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로그인 탐지 룰(실패횟수·시간대)을 구현할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급증 탐지 룰(이동평균·임계치)을 구현할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이상탐지 자동화 모듈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anomaly_detection/day02_classify_detect.py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베이스라인(Baseline)이란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'비정상'을 판단하려면 먼저 '정상이 무엇인지' 알아야 한다는 점에서, 평소 패턴을 통계적으로 정리한 베이스라인 개념을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없이 '로그인 5회'가 많은지 적은지 어떻게 판단할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설정 방법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평균·표준편차 기반(통계적) 방법과, 단순 규칙 기반(예: 하루 10회 이상) 방법을 비교하고 각각의 장단점을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입사자처럼 데이터가 적은 사용자는 베이스라인을 어떻게 설정해야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user_baseline = df.groupby('user')['event_type'].count().describe()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평균, 표준편차로 '평소보다 훨씬 많음'을 판단하는 기준 마련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이벤트 유형 개관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로그인, 트래픽 급증, 비인가 접근, SaaS 이상 사용, 악성 행위 징후의 5가지 대표 이벤트 유형을 표로 정리하고 각각 어떤 로그 소스에서 주로 관찰되는지 짝짓는다.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'비인가 접근'을 탐지하려면 이상탐지 모듈이 3과목(접근통제)의 어떤 데이터와 연계되어야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비정상 로그인 - login_logs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트래픽 급증 - firewall_logs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비인가 접근 - firewall_logs, access_control 연계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SaaS 이상 사용 - saas_logs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분류기 등록 구조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판단 함수를 딕셔너리에 등록해두고 순회하며 적용하는 classifier_registry 패턴을 구현한다(1과목 tool_registry 패턴과 유사한 설계 재사용).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1과목에서 만든 tool_registry 패턴과 오늘의 classifier_registry, 구조가 비슷한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classifier_registry =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'비정상 로그인': is_suspicious_login,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'방화벽 차단 급증': is_firewall_spike,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classify_event(event):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tags = [name for name, func in classifier_registry.items() if func(event)]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tags if tags else ['미분류']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베이스라인과 분류체계를 정리하고 로그인·트래픽 탐지 룰로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로그인 탐지 룰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시간(예: 10분) 내 동일 계정의 로그인 실패가 임계값(예: 5회)을 넘으면 탐지하는 룰과, 업무시간 외 로그인을 탐지하는 룰(3과목 조건부 접근과 연결)을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임계값을 3회로 낮추면 탐지는 더 민감해지지만 어떤 부작용(오탐 증가)이 생길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규칙: 최근 10분 내 동일 user의 login_failed 이벤트가 5건 이상 -&gt; 탐지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탐지 룰 코드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실패횟수 기반 탐지(detect_bruteforce)와 업무시간외 탐지(detect_offhour_login) 함수를 라이브 코딩한다.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함수가 '최근 10분'이라는 시간 조건을 아직 반영하지 않았는데, 어떻게 보완해야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detect_bruteforce(logs, user, window_min=10, threshold=5):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recent = [l for l in logs if l['user']==user and l['event_type']=='login_failed']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len(recent) &gt;= threshold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급증이 의미하는 것과 이동평균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대비 방화벽 로그·요청량이 급격히 증가하는 트래픽 급증의 의미와, 일시적 튐과 지속적 증가 추세를 구분하는 이동평균(Moving Average) 개념을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급증이 반드시 공격이라고 단정할 수 있을까요? 정상적인 트래픽 증가와 어떻게 구분해야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최근 5분 평균 요청수: 100건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이번 1분 요청수: 800건 -&gt; 평균 대비 8배 급증 -&gt; 탐지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급증 탐지 코드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pandas의 rolling() 함수로 이동평균을 계산하고, 현재 값과 비교해 급증을 탐지하는 detect_traffic_spike() 함수를 라이브 코딩한다.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rolling(window=5)에서 window 값을 크게 하면(예: 60) 이동평균은 더 안정적이 될까요, 더 민감해질까요?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detect_traffic_spike(counts_series, window=5, multiplier=3):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moving_avg = counts_series.rolling(window).mean()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spikes = counts_series[counts_series &gt; moving_avg * multiplier]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spikes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로그인·트래픽 탐지 룰을 구현하고 테스트하는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이벤트 분류 및 로그인·트래픽 탐지 룰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이벤트를 유형별로 분류하고, 비정상 로그인·트래픽 급증 탐지 룰을 구현해 검증한다.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anomaly_detection/classify.py에 classifier_registry와 classify_event()를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 normalized_events.json으로 베이스라인(평균, 표준편차)을 계산한다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anomaly_detection/login_detection.py에 detect_bruteforce(), detect_offhour_login()을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테스트용 login_logs 샘플에 의도적으로 5분 내 6회 실패 케이스를 포함시켜 탐지가 되는지 확인한다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anomaly_detection/traffic_detection.py에 detect_traffic_spike()를 구현하고 의도적 급증 구간으로 검증한다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임계값을 config/detection_thresholds.json으로 분리하고 결과를 day02_result.md에 정리한다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anomaly_detection/classify.py, login_detection.py, traffic_detection.py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기반과 베이스라인 기반 분류가 모두 구현되었는가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의도적으로 삽입한 이상 케이스가 정확히 탐지되는가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임계값이 하드코딩되지 않고 config로 분리되었는가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비인가접근·SaaS이상·악성행위 탐지 &amp; 상관분석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비인가 접근·SaaS 이상사용·악성행위 징후(IOC) 탐지 로직을 구현할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이벤트를 연결하는 상관분석 개념을 이해한다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윈도우 기반 체이닝 규칙을 구현할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이상탐지 자동화 모듈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anomaly_detection/day03_advanced_correlation.py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비인가 접근이란 - 3과목과의 연결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3과목(접근통제 자동화)에서 만든 RBAC·정책 매트릭스 정보를 활용해, '권한이 없는데 접근을 시도한' 이벤트를 비인가 접근으로 정의한다.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3과목의 evaluate_full_access() 함수 결과가 False인 요청이 실제로 시도되었다면, 이건 어떤 이벤트로 분류해야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detect_unauthorized_access(access_log, user_roles, roles):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access_log['user']; resource = access_log['resource']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allowed = any(resource in roles.get(r, []) for r in user_roles.get(user, []))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not allowed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SaaS 이상 사용 탐지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쓰지 않던 SaaS 앱 사용, 짧은 시간 내 대량 다운로드 등 이상 사용 패턴을 정리하고, 사용자별 앱 사용 이력(베이스라인)과 비교해 이례적인 사용을 탐지하는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프로젝트로 새로운 SaaS 앱을 정당하게 쓰기 시작한 경우와, 계정 탈취로 낯선 앱에 접근한 경우를 이 로직만으로 구분할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detect_saas_anomaly(user_saas_events, baseline_apps):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[e for e in user_saas_events if e['app'] not in baseline_apps.get(e['user'], [])]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IOC(Indicator of Compromise) 매칭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알려진 악성 IP·도메인 등 침해의 증거가 되는 지표(IOC)의 개념을 설명하고, 2과목 DNS 학습에서 다룬 DGA 스타일 도메인도 IOC의 한 예임을 연결한다. IOC 매칭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known_bad_ips 목록은 시간이 지나면서 계속 바뀌는데, 이걸 코드에 하드코딩하면 어떤 문제가 생길까요?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match_ioc(event, known_bad_ips):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 = event.get('detail', {}).get('ip')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ip in known_bad_ips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이벤트 위험점수 스코어링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만든 여러 탐지 함수의 결과를 종합해 하나의 위험 점수(risk score)로 합산하는 로직을 가중치와 함께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함수마다 가중치(weight)를 다르게 주는 이유는 무엇일까요? (IOC 매칭이 단순 이례 패턴보다 더 확실한 위협일 수 있음)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calculate_risk_score(event, detectors, weight_table):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name, func in detectors.items():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func(event):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score += weight_table.get(name, 10)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비인가접근·SaaS이상·IOC 탐지와 위험점수 스코어링을 정리하고 상관분석으로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이벤트의 한계와 상관분석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공격은 여러 단계(정찰→침투→내부이동→유출)로 이어진다는 킬체인 개념을 소개하고, 서로 다른 시간·소스에서 발생한 이벤트를 연결해 하나의 공격 시나리오로 재구성하는 상관분석을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4개 이벤트를 따로따로만 본다면 심각도를 낮게 볼 수도 있는데, 왜 이어서 보면 다르게 보일까요?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 로그인 실패 5회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09:05 로그인 성공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09:07 비인가 접근 시도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09:10 대량 다운로드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하나의 연결된 공격 시나리오로 상관분석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사용자 이벤트 시퀀스 구성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정규화된 이벤트 리스트를 사용자별로 그룹핑하고 시간순 정렬하는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이벤트를 시간순으로 정렬하지 않으면 다음 단계(체이닝 규칙 검사)에서 어떤 문제가 생길까요?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defaultdict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group_by_user(events):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grouped = defaultdict(list)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 in events: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grouped[e['user']].append(e)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user in grouped: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grouped[user].sort(key=lambda x: x['timestamp'])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grouped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윈도우 기반 체이닝 검사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정렬된 시퀀스에서 'A 발생 후 window분 이내 B 발생' 패턴을 찾는 check_chain()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pattern 리스트가 2단계가 아니라 3단계(A-&gt;B-&gt;C)라면 이 함수를 어떻게 확장해야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check_chain(user_events, pattern, window_minutes=30):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e in enumerate(user_events):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e['event_type'] == pattern[0]: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window_end = e['timestamp'] + timedelta(minutes=window_minutes)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following = [x for x in user_events[i+1:] if x['timestamp'] &lt;= window_end]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any(x['event_type']==pattern[1] for x in following):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True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튜닝 실험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window_minutes 값을 10분/30분/60분으로 바꿔가며 탐지 건수가 어떻게 달라지는지 실습 데이터로 비교하고, '적절한' 임계값을 정하는 것이 데이터 기반 실험을 통해 이루어진다는 점을 체감시킨다.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window를 60분으로 늘렸더니 탐지 건수가 2배로 늘었다면, 이 중 일부는 오탐일 가능성이 있을까요? 어떻게 확인할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비인가접근·SaaS이상·IOC 탐지와 상관분석을 통합 구현하는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고급 탐지 로직 및 상관분석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비인가접근·SaaS이상·IOC 탐지를 구현하고, 시간 윈도우 기반 상관분석으로 위험점수를 종합한다.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anomaly_detection/advanced_detection.py에 detect_unauthorized_access(), detect_saas_anomaly(), match_ioc()를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3과목 access_control의 config(roles.json, policy_matrix.json)를 import해 실제로 연동한다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config/threat_intel.json에 샘플 악성 IP 5개를 작성하고 매칭 테스트를 진행한다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anomaly_detection/correlation.py에 group_by_user(), check_chain()을 구현하고 3단계 체이닝 패턴을 테스트 데이터에 삽입해 검증한다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calculate_risk_score()에 상관분석 매칭 결과를 가산하는 로직을 연동한다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이벤트 10건(정상 5건, 이상 5건)의 위험점수를 anomaly_detection/day03_risk_scores.json으로 저장한다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anomaly_detection/advanced_detection.py, correlation.py, day03_risk_scores.json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3과목 access_control 모듈과 실제로 연동되는가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체이닝 규칙이 의도한 시나리오를 정확히 탐지하는가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 계산이 가중치·상관분석 기반으로 합리적으로 동작하는가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오탐·미탐 검토 &amp; 탐지룰 튜닝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오탐(False Positive)·미탐(False Negative) 개념과 영향을 이해한다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탐지룰 튜닝 프로세스와 성능지표(정밀도·재현율)를 설명할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탐지룰을 튜닝해 오탐을 감소시킬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이상탐지 자동화 모듈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anomaly_detection/day04_tuning.py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오탐(False Positive)과 미탐(False Negative)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실제로는 정상인데 이상으로 잘못 탐지하는 오탐과, 실제로는 이상인데 놓치는 미탐을 표(실제 정상/이상 x 탐지 정상/이상)로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보안관제 담당자 입장에서 오탐이 너무 많으면 어떤 문제(alert fatigue)가 생길까요? 미탐이 많으면 어떤 문제가 생길까요?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실제 정상    실제 이상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탐지 정상(무시)  True Negative  False Negative(미탐)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탐지 이상(경보)  False Positive(오탐)  True Positive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정밀도(Precision)와 재현율(Recall)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중 실제 위협 비율인 정밀도, 실제 위협 중 놓치지 않고 잡아낸 비율인 재현율의 개념과 계산식을 설명하고, 둘 사이의 트레이드오프를 짚는다.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임계값을 낮춰서 탐지를 더 민감하게 만들면 재현율은 어떻게 변할까요? 정밀도는요?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정밀도 = TP / (TP + FP)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재현율 = TP / (TP + FN)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보안관제에서 어느 지표를 우선할 것인가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일반적으로 초기 탐지 단계에서는 재현율(놓치지 않는 것)을 우선하고, 이후 사람이 검토하는 단계에서 정밀도를 높이는 실무 전략을 설명한다(5과목 SOAR의 승인 게이트와 연결).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재현율을 우선한다는 것은, 오탐이 좀 늘더라도 무엇을 지키겠다는 뜻일까요?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 프로세스 개관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→ 검토(사람이 오탐/미탐 라벨링) → 룰 수정 → 재적용의 반복적 튜닝 사이클을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튜닝을 한 번만 하고 끝내지 않고 반복해야 하는 이유는 무엇일까요?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성능지표와 튜닝 프로세스를 정리하고 실습 튜닝 작업으로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라벨링된 테스트셋으로 성능 측정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정답(실제 정상/이상 여부)이 미리 라벨링된 테스트 데이터셋을 활용해, 지금까지 만든 탐지 로직의 정밀도·재현율을 계산하는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함수를 쓰려면 테스트 데이터에 반드시 어떤 정보가 미리 있어야 할까요? 실무에서는 이걸 누가 만들어줄까요?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evaluate_detector(events_with_labels, detector_func):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tp=fp=fn=tn=0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 in events_with_labels: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predicted = detector_func(e); actual = e['is_actual_anomaly']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predicted and actual: tp+=1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predicted and not actual: fp+=1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not predicted and actual: fn+=1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tn+=1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precision = tp/(tp+fp) if (tp+fp) else 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recall = tp/(tp+fn) if (tp+fn) else 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{'precision': precision, 'recall': recall}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사례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evaluate_detector()로 찾아낸 False Positive 사례들을 직접 들여다보며 왜 오탐이 발생했는지(임계값이 낮음, 예외 상황 미고려 등) 패턴을 분석한다.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부서(예: 보안관제팀)가 업무상 자주 여러 시스템에 접근해 '비정상'으로 오탐되고 있다면 어떻게 룰을 개선해야 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개선 - 예외 조건 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오탐이 발생한 특정 조건(예: 보안관제팀 계정)에 대해 예외를 추가하거나 임계값을 조정하는 방식으로 룰을 개선하는 실습을 진행한다.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목록(exempt_users)을 너무 넓게 잡으면 어떤 위험(미탐 증가)이 생길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is_suspicious_login(event, exempt_users=None):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exempt_users = exempt_users or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event['user'] in exempt_users: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event['source']=='login' and event['event_type']=='login_failed'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 전후 성능 비교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85-110분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 전/후의 precision, recall을 비교해 개선 효과를 확인하는 실습을 진행한다.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 후 정밀도는 올라갔는데 재현율이 크게 떨어졌다면, 이 튜닝은 좋은 튜닝이라고 할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탐지룰을 튜닝해 오탐을 줄이는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기존 탐지룰 튜닝(오탐 감소)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라벨링된 테스트 데이터로 현재 탐지 성능을 측정하고, 오탐을 줄이는 방향으로 룰을 튜닝한다.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anomaly_detection/evaluation.py에 evaluate_detector() 함수를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제공된 라벨링 테스트셋(is_actual_anomaly 필드 포함, 30건 내외)으로 2~3일차에 만든 탐지 함수들의 초기 정밀도·재현율을 측정한다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Positive 사례 최소 3건을 직접 검토해 원인을 anomaly_detection/day04_fp_analysis.md에 기록한다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원인에 따라 예외 조건 추가 또는 임계값 조정으로 룰을 1회 이상 개선한다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 후 다시 evaluate_detector()로 성능을 측정해 튜닝 전후를 비교한다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결과를 표로 anomaly_detection/day04_tuning_result.md에 정리한다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anomaly_detection/evaluation.py, day04_fp_analysis.md, day04_tuning_result.md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정밀도·재현율이 올바르게 계산되는가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원인 분석이 구체적 근거를 갖는가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 전후 성능 비교가 명확히 제시되었는가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이벤트 요약·우선순위 분류 &amp; 전체 통합·발표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이벤트 요약과 우선순위 분류 기준을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탐지 모듈을 통합해 최종 파이프라인을 완성할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발표하고 SOAR 과목과의 연결점을 설명할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이상탐지 자동화 모듈 (AI 이벤트 분류·초동대응봇 - 캡스톤 핵심 산출물)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 (전체)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종합 지도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정규화(1일차) → 유형분류·개별탐지룰(2일차) → 고급탐지·상관분석(3일차) → 튜닝(4일차)까지의 파이프라인을 한 장으로 정리하며 오늘이 최종 통합의 날임을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4일 중 1과목(AI·자동화 기초)의 어떤 스킬이 가장 많이 재사용되었나요?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 LLM 요약 기능과의 연결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탐지·점수화된 이벤트 목록을 1과목 event_summarizer.py에 입력해, 사람이 읽기 좋은 자연어 요약을 자동 생성하는 통합 방식을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이상탐지 모듈이 직접 LLM 요약 코드를 새로 짜지 않고 1과목 모듈을 재사용하는 것이 왜 효율적일까요?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고위험 이벤트 목록(anomaly_detection) -&gt; event_summarizer.py(agent_core) -&gt; 자연어 요약 + 우선순위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분류 기준 최종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위험점수(3일차) + 상관분석 매칭 여부 + 자산 중요도(DB서버가 일반PC보다 중요)를 종합해 high/medium/low 우선순위를 매기는 최종 기준표를 완성한다.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중요도를 우선순위 계산에 포함시켜야 하는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우선순위 = f(위험점수, 상관분석 매칭여부, 자산중요도)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예: 위험점수 70점 이상 OR 상관분석 매칭 시 -&gt; high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 연동 지점 확인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anomaly_detection의 핵심 함수(calculate_risk_score, classify_event 등)가 1과목 tool_router.py에 어떻게 등록되어 AI Agent가 호출할 수 있는 도구가 되는지 코드로 확인한다.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등록해두면 최종 캡스톤에서 'AI 보안 이벤트 분류·초동대응봇'이 이 기능을 어떻게 활용하게 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tool_registry['classify_and_score'] = anomaly_detection.classify_and_score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tool_registry['summarize_high_risk_events'] = anomaly_detection.summarize_pipeline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분류 기준과 연동 설계를 정리하고 통합 구현으로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pipeline.py 오케스트레이션 작성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normalize, classify, login_detection, traffic_detection, advanced_detection, correlation, evaluation 모듈을 모두 import해 run_anomaly_pipeline() 함수의 골격을 라이브 코딩한다.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단계를 독립 함수로 유지하며 오케스트레이션 함수에서 순서대로 호출하는 방식, 왜 하나의 거대한 함수보다 나을까요?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run_anomaly_pipeline(config_path):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 = load_config(config_path)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events = normalize_all(config['log_paths'])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scored = [calculate_risk_score(e, detectors, weights) for e in events]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prioritized = assign_priority(scored)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prioritized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우선순위 이벤트 자연어 요약 연동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high로 분류된 이벤트를 1과목 방식(요약 프롬프트+청크 처리)으로 자연어 요약하고 리포트로 저장하는 코드를 완성한다.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이벤트가 아니라 high 우선순위 이벤트만 요약하는 이유는 무엇일까요? (비용, 담당자 집중도)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 체크리스트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 하드코딩 여부, 예외처리 누락 여부, 로깅 일관성, 함수 재사용성 체크리스트로 anomaly_detection/ 전체를 리뷰한다.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중 스스로 가장 취약하다고 생각하는 항목은 무엇인가요?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실습 - 의도적 오류 주입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준비한 '고장난 pipeline.py' 샘플을 학습자들이 직접 디버깅해보는 실습으로 예외처리·로깅의 중요성을 체감하게 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메시지(traceback)를 읽을 때 가장 먼저 확인해야 할 정보는 무엇일까요?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준비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진행할 전체 파이프라인 시연과 발표를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AI 기반 이벤트 요약·우선순위 분류 자동화 구현 및 발표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모든 탐지 모듈을 통합하고 AI 요약·우선순위 분류까지 이어지는 최종 파이프라인을 완성해 시연한다.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anomaly_detection/pipeline.py를 생성해 1~4일차 모든 모듈을 import한다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run_anomaly_pipeline() 함수로 원본 로그 입력부터 위험점수·우선순위 산출까지 전체 흐름을 통합한다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우선순위로 분류된 이벤트를 자연어 요약한다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anomaly_detection_report_YYYYMMDD.json/md로 저장한다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agent_core/tool_router.py에 이상탐지 모듈의 핵심 함수를 등록하는 코드를 작성해 연동을 확인한다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내외 발표 자료를 준비해 팀별로 전체 파이프라인을 시연하고, 피드백을 anomaly_detection/day05_retrospective.md에 정리한다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anomaly_detection/pipeline.py, anomaly_detection_report_*.json, day05_retrospective.md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모든 모듈이 하나의 파이프라인으로 오류 없이 통합되는가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우선순위 이벤트에 대한 자연어 요약이 정상 생성되는가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 연동 지점을 발표에서 명확히 설명하는가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이상탐지 자동화</dc:title>
  <dc:subject>PptxGenJS Presentation</dc:subject>
  <dc:creator>코리아IT아카데미 전임강사</dc:creator>
  <cp:lastModifiedBy>코리아IT아카데미 전임강사</cp:lastModifiedBy>
  <cp:revision>1</cp:revision>
  <dcterms:created xsi:type="dcterms:W3CDTF">2026-07-08T09:51:26Z</dcterms:created>
  <dcterms:modified xsi:type="dcterms:W3CDTF">2026-07-08T09:51:26Z</dcterms:modified>
</cp:coreProperties>
</file>