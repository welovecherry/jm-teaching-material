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접근통제 자동화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F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강의 슬라이드  ·  전체 40시간 (5일)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9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코리아IT아카데미 전임강사   |   레포: access_control/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RBAC(역할기반 접근통제) 원리 &amp; 최소권한 정책 설계 기준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계정·권한·역할·그룹의 관계를 구조적으로 이해하고 RBAC을 구현할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최소권한 원칙을 구체적 운영 기준(권한 매트릭스)으로 만들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관리 원칙을 이해한다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접근통제 자동화 모듈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access_control/day01_rbac_policy.py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1~2과목 복습 - 왜 접근통제가 필요한가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1과목(AI·자동화 기초)에서 만든 agent_core, 2과목(네트워크·ZT)에서 배운 최소권한·PDP/PEP 개념이 오늘부터 실제로 '누가 무엇에 접근할 수 있는가'를 코드로 관리하는 접근통제 모듈로 이어짐을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2과목에서 배운 ZT의 ID 축과 오늘 배울 접근통제는 어떻게 연결될까요?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계정, 권한, 역할, 그룹의 관계와 RBAC 원리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계정(누구)과 권한(무엇을 할 수 있는지)을 직접 연결하지 않고, 역할(Role)이라는 중간 단계를 두는 RBAC의 핵심 구조를 설명한다. 역할이 바뀌면 권한 전체가 한 번에 바뀐다는 관리 효율성을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부서를 이동했을 때, RBAC 구조에서는 무엇 하나만 바꾸면 권한이 전부 갱신될까요?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계정: kim01 -&gt; 역할: 영업담당자 -&gt; 권한: [고객정보_조회, 견적서_작성]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RBAC 데이터 구조 설계와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role, permission, user-role mapping을 딕셔너리로 표현하는 데이터 구조를 설계하고, 권한 확인 함수 has_permission()을 라이브 코딩한다.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user_roles에 없는 사용자로 조회하면 has_permission()은 어떤 값을 반환할까요?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 = {'영업담당자': ['고객정보_조회', '견적서_작성']}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user_roles = {'kim01': ['영업담당자']}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has_permission(user, permission, roles, user_roles):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role in user_roles.get(user, []):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permission in roles.get(role, []):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역할·권한 관리 함수와 JSON 분리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70-95분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부여/회수 함수를 구현하고, roles·user_roles 데이터를 코드에 하드코딩하지 않고 JSON 파일로 분리해 관리하는 법을 실습한다(config 분리 원칙 재적용).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역할·권한 데이터를 코드가 아니라 JSON 파일로 관리하면, 비개발자도 수정할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assign_role(user, role, user_roles):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user_roles.setdefault(user, [])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role not in user_roles[user]: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user_roles[user].append(role)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CLI와 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argparse 기반 조회 CLI(check_access.py)를 구현하는 법을 시연하고 RBAC 구현을 정리한다.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CLI 도구가 있으면 보안관제 담당자가 매번 코드를 열어보지 않고도 무엇을 할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최소권한 원칙 심화(2과목 연계)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2과목에서 배운 최소권한 원칙을 접근통제 구현 관점에서 다시 짚고, '업무에 필요한 최소한'을 어떻게 구체적 기준으로 만들지 목표를 제시한다.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'필요한 최소한'이라는 말은 누가 어떻게 판단해야 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 기반 권한 매트릭스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x 시스템 형태의 권한 매트릭스를 만들어, 어느 부서가 어느 시스템에 어떤 수준(조회/수정/관리자)까지 접근 가능한지 명시적으로 정의하는 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매트릭스가 없다면, 새로운 시스템이 생겼을 때 누가 접근해야 하는지 어떻게 결정하게 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고객DB   재무시스템  보안관제시스템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영업팀    조회      -          -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재무팀    -        수정        -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보안관제팀 -        -          관리자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관리 원칙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매트릭스 기준을 벗어난 예외 요청을 어떻게 승인·기록·회수할지에 대한 원칙(예외는 반드시 승인자·만료일과 함께 기록)을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권한에 만료일을 설정하지 않으면 나중에 어떤 문제가 생길까요?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매트릭스와 예외를 코드로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매트릭스를 JSON으로 구조화하고, 정책 위반 여부를 검사하는 check_policy() 함수와 예외 유효성 검사 is_exception_valid()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'조회' 권한만 허용된 부서가 '관리자' 권한을 요청하면 이 함수는 어떻게 판단할까요?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check_policy(dept, system, requested_level, matrix):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allowed = matrix.get(dept, {}).get(system)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allowed is None: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 '매트릭스에 정의되지 않은 접근'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levels = ['조회', '수정', '관리자']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levels.index(requested_level) &gt; levels.index(allowed):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 f'허용 수준({allowed}) 초과 요청'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True, '정책 준수'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정책+예외 통합 판단 로직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check_policy()가 실패해도 유효한 예외가 있으면 허용되는 evaluate_access() 통합 함수를 구현한다 - 이는 2과목의 PDP 개념을 코드로 구현한 것임을 짚는다.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evaluate_access() 함수는 2과목에서 배운 PDP의 역할과 어떻게 대응될까요?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evaluate_access(user, dept, system, level, matrix, exceptions):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ok, reason = check_policy(dept, system, level, matrix)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ok: return True, reason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exc in exceptions: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exc['user']==user and exc['system']==system and is_exception_valid(exc):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True, '예외 승인으로 허용'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False, reason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조직 RBAC 설계 및 최소권한 정책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A사 조직 구조를 반영한 RBAC과 권한 매트릭스를 설계하고, 통합 판단 함수를 구현한다.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A사 조직 시나리오(4개 부서, 부서별 3~5개 권한)를 확인한다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access_control/config/roles.json, user_roles.json, policy_matrix.json 파일을 설계해 작성한다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access_control/rbac.py에 has_permission(), assign_role(), revoke_role()을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access_control/policy.py에 check_policy(), is_exception_valid(), evaluate_access()를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승인 샘플 데이터 3건(만료 전/후 포함)을 config/exceptions.json에 작성해 테스트한다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테스트 케이스(정상/위반/예외허용/예외만료거부)를 access_control/day01_test_result.md에 정리한다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access_control/rbac.py, policy.py, config/*.json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RBAC과 권한 매트릭스가 최소권한 원칙에 맞게 설계되었는가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만료 여부가 정확히 판단되는가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테스트 케이스가 모두 예상대로 동작하는가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요청-승인-부여 프로세스 자동화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요청-승인 프로세스의 단계와 SLA를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요청-승인 흐름을 자동화하는 로직을 구현할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초과를 감지하는 로직을 구현할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접근통제 자동화 모듈 (과다권한 회수봇 기반)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access_control/day02_request_flow.py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요청-승인 프로세스가 필요한 이유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직원이 시스템 접근이 필요할 때 관리자에게 메일이나 구두로 요청하는 비공식적 방식의 문제점(기록 없음, 승인 기준 불명확, 회수 누락)을 짚고, 이를 구조화된 프로세스로 만드는 목표를 제시한다.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구두로 승인받은 권한은 나중에 감사(audit) 시 어떻게 증빙할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요청-승인 단계 정의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요청(신청) → 검토(1차 승인자) → 승인/반려 → 부여 → (만료 시) 자동 회수로 이어지는 표준 단계를 순서도로 정리한다.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흐름에서 'approved'와 'granted'를 분리한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상태: requested -&gt; reviewing -&gt; approved/rejected -&gt; granted -&gt; expired/revoked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SLA(처리 기한)와 승인자 지정 규칙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접수된 후 며칠 내 처리되어야 하는지 SLA를 설정하고, 요청 시스템·권한 수준에 따라 승인자가 자동으로 배정되는 규칙(관리자 권한은 이중승인)을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권한 요청에 이중 승인을 요구하는 이유는 무엇일까요?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요청 데이터 구조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70-95분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ID, 사용자, 시스템, 권한수준, 상태, 요청일시, 승인자, SLA기한 필드를 가진 요청 객체 구조를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sla_hours 필드가 있으면 나중에 어떤 자동화(SLA 초과 알림)를 만들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'id': 'req-1001', 'user': 'kim01', 'system': '재무시스템',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'level': '수정', 'status': 'requested',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'requested_at': '2026-07-07T09:00:00', 'approver': 'finance_manager', 'sla_hours': 24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요청-승인 프로세스 설계를 정리하고 코드 구현으로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생성·승인·반려 함수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create_request(), approve_request(), reject_request() 함수를 구현하며 상태(status) 필드가 규칙에 맞게만 전이되도록 검증 로직을 추가한다.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'approved'된 요청을 다시 approve_request()로 승인하려 하면 어떤 일이 일어나야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approve_request(request):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request['status'] != 'reviewing':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ValueError('reviewing 상태에서만 승인 가능')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request['status'] = 'approved'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request['approved_at'] = datetime.now().isoformat()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request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초과 감지 로직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생성 시각과 현재 시각을 비교해 sla_hours를 초과한 'reviewing' 상태 요청을 찾아내는 check_sla_breach()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함수가 찾아낸 breached 목록으로 무엇을 자동화할 수 있을까요? (알림, 에스컬레이션)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check_sla_breach(requests):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now = datetime.now()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breached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 in requests: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r['status'] == 'reviewing':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elapsed = (now - datetime.fromisoformat(r['requested_at'])).total_seconds()/3600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elapsed &gt; r['sla_hours']: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breached.append(r)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breached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이력 JSON 저장·조회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요청을 requests.json에 누적 저장하고, 사용자별/상태별로 필터링해 조회하는 기능을 추가한다(1과목 JSON 저장 패턴 재사용).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이력을 전부 기록해두면 나중에 감사(audit) 시 어떤 도움이 될까요?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 정책 모듈과의 연동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요청이 1일차 policy.py의 evaluate_access()에도 부합하는지 이중 확인하는 로직을 추가해, 승인자가 실수로 정책 위반 권한을 승인하지 못하도록 방지한다.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승인자가 정책을 몰라서 실수로 과다권한을 승인하는 상황을, 이 이중 검증이 어떻게 막아줄까요?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approve_request_with_policy_check(request, matrix, exceptions):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ok, reason = evaluate_access(request['user'], request['dept'], request['system'], request['level'], matrix, exceptions)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ok: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ValueError(f'정책 위반으로 승인 불가: {reason}')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approve_request(request)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요청부터 부여까지 자동화하는 스크립트를 구현하는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접근 요청~부여 자동화 스크립트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생성부터 승인, SLA 초과 감지, 정책 검증까지 자동화된 워크플로우를 구현한다.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access_control/request_flow.py에 요청 데이터 구조와 create_request(), approve_request(), reject_request() 함수를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check_sla_breach() 함수를 구현하고 sla_hours를 config로 분리한다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요청 5건(정상 승인 2건, 반려 1건, SLA 초과 2건)을 만들어 requests.json에 누적 저장한다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초과 요청이 감지되면 콘솔에 강조 출력하는 로직을 추가한다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 policy.py의 evaluate_access()와 연동해 이중 검증 로직을 추가한다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access_control/day02_test_result.md에 5건의 요청 처리 결과를 정리한다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access_control/request_flow.py, requests.json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전이 규칙이 올바르게 검증되는가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초과 요청이 정확히 감지되는가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 정책 매트릭스와 연동해 이중 검증이 이루어지는가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점검·회수 프로세스 &amp; 과다권한 탐지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접근 점검 프로세스와 점검 항목을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과다권한 탐지 방법(권한-사용이력 비교)을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과다권한 탐지 스크립트를 구현할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접근통제 자동화 모듈 (과다권한 회수봇)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access_control/day03_overprivilege.py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정기 점검이 필요한가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권한은 부여 시점에는 적절했더라도 시간이 지나면서(부서 이동, 프로젝트 종료 등) 불필요해지는 경우가 많다는 점을 사례로 설명하고, 정기 점검(access review)의 필요성을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전 프로젝트 때문에 받은 권한을 프로젝트 종료 후에도 계속 갖고 있다면 왜 위험할까요?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주기와 점검 항목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분기별/반기별 정기 점검 주기를 설정하고, 점검 시 확인할 항목(마지막 사용일, 부여 사유, 현재 소속과의 일치 여부)을 체크리스트로 정리한다.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90일간 한 번도 쓰지 않은 관리자 권한이 있다면, 계속 유지해야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점검 항목: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최근 90일간 미사용 권한인가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부여 당시 부서와 현재 부서가 일치하는가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예외 승인 만료일이 지났는가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과다권한(Over-privilege)이란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수행에 필요한 권한보다 많은 권한을 보유한 상태를 과다권한으로 정의하고, 이것이 왜 침해사고 발생 시 피해 범위를 키우는 핵심 요인인지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계정이 탈취당했을 때, 그 계정이 최소권한만 가지고 있는 경우와 과다권한을 가진 경우, 피해 범위는 어떻게 다를까요?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과다권한 탐지 접근법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부여된 권한 목록과 실제 접근 로그(사용이력)를 비교해, '가지고 있지만 안 쓰는' 권한을 찾아내는 접근법과, 권한 부여 당시 부서와 현재 부서의 불일치를 찾는 접근법을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권한은 있는데 사용이력이 전혀 없는 상태가 3개월 이상 지속된다면 무엇을 의심해볼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항목과 과다권한 탐지 접근법을 정리하고 코드 구현으로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권한 탐지 함수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목록과 사용이력을 비교해 일정 기간(90일) 이상 미사용된 권한을 찾아내는 detect_unused_permissions()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함수가 반환하는 unused 목록이 바로 과다권한 '후보'인데, 왜 후보라고 표현했을까요?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detect_unused_permissions(user_roles, access_logs, days=90):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now = datetime.now()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used = {(log['user'], log['system']) for log in access_logs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(now - datetime.strptime(log['last_used'], '%Y-%m-%d')).days &lt;= days}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unused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user, roles_ in user_roles.items():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role in roles_: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perm in roles.get(role, []):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(user, perm) not in used: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unused.append({'user': user, 'permission': perm})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unused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불일치 탐지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부여 당시의 부서 정보와 현재 부서 정보를 비교해 불일치를 찾아내는 로직을 추가한다.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이동 시스템(HR)과 권한 시스템이 서로 연동되어 있지 않다면 이런 불일치가 왜 자주 발생할까요?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detect_dept_mismatch(user_dept_history, current_dept):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mismatches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user, granted_dept in user_dept_history.items():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granted_dept != current_dept.get(user):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mismatches.append(user)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mismatches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과다권한 종합 리포트 생성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권한 + 부서 불일치 + 만료된 예외(1일차)를 종합해 과다권한 후보 리포트를 JSON/Markdown으로 생성하는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리포트가 자동으로 매주 생성된다면, 보안 담당자의 업무는 어떻게 바뀔까요?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데이터로 탐지 검증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사용 30~120일 범위로 다양한 access_logs 샘플을 만들어 detect_unused_permissions()가 정확히 90일 기준으로 걸러내는지 검증한다.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경계값(정확히 90일째 사용)이 탐지에 포함되어야 할까요, 제외되어야 할까요? 왜 이런 경계값을 미리 정해둬야 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과다권한 탐지 스크립트를 완성하고 테스트하는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과다권한 탐지 스크립트 구현 및 테스트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권한과 부서 불일치를 탐지해 과다권한 후보 리포트를 생성하는 스크립트를 완성한다.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access_control/overprivilege.py에 detect_unused_permissions(), detect_dept_mismatch() 함수를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access_logs.json과 dept_history.json을 작성한다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generate_overprivilege_report() 함수를 구현해 두 탐지 결과를 종합한 리포트를 만든다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리포트를 overprivilege_report_YYYYMMDD.json으로 저장한다(날짜 자동 반영)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데이터에서 최소 3건 이상의 과다권한 후보가 정확히 탐지되는지 확인한다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결과가 없거나 전부인 극단적 케이스를 각각 만들어 함수가 안전한지 점검한다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access_control/overprivilege.py, overprivilege_report_*.json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권한이 기간 기준(90일)에 맞게 정확히 탐지되는가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불일치가 올바르게 식별되는가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극단적 케이스에서도 안전하게 동작하는가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회수 자동화 &amp; 조건기반 정책·예외승인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회수 프로세스와 자동화 로직을 구현할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기반 정책(시간·위치·디바이스)을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임시권한(JIT Access) 로직을 구현할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접근통제 자동화 모듈 (과다권한 자동 회수봇 - 캡스톤 핵심 산출물)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access_control/day04_revoke_conditional.py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 복습 - 탐지에서 회수로, 회수 시나리오 유형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3일차에 탐지한 과다권한 후보를 실제로 '회수'하는 단계로 넘어감을 안내하고, 즉시 회수(퇴사자)·유예 후 회수(미사용 권한)·승인 후 회수(민감 권한)의 3가지 시나리오 유형을 비교한다.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탐지는 자동으로 해도 되지만, 회수는 왜 바로 자동 실행하면 위험할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 대상 분류 로직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위험도(권한 수준)에 따라 '즉시 알림 후 유예 회수' 대상과 '승인 필요' 대상으로 분류하는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sensitive_permissions 목록을 코드에 하드코딩하지 않고 config로 분리해야 하는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classify_revocation(candidate, sensitive_permissions):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candidate['permission'] in sensitive_permissions: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'approval_required'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'notice_then_revoke'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유예 알림 및 자동 회수 함수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notice_then_revoke 대상에게 알림을 보내고, 유예기간 후에도 응답이 없으면 자동으로 권한을 회수하는 로직을 구현한다. 모든 조치는 반드시 로그로 남긴다.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 이력을 로그로 남기지 않으면, 나중에 '왜 이 권한이 없어졌지'라는 문의에 어떻게 답할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revoke_permission(user, role, user_roles):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role in user_roles.get(user, []):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user_roles[user].remove(role)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log_revocation(user, role, reason='미사용 90일 초과, 유예기간 만료')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필요 대상 처리 - 2일차 모듈 재사용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approval_required로 분류된 대상은 2일차에 만든 요청-승인 구조(request_flow.py)를 재사용해 '회수 승인 요청'을 생성하는 방식으로 통합한다.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2일차에 만든 create_request() 함수를 회수 승인에도 재사용할 수 있다는 것은 무엇을 보여줄까요?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create_revocation_approval(candidate, approver):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create_request(user=candidate['user'], system=candidate['permission'],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level='회수', status='reviewing', approver=approver, sla_hours=48)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회수봇 통합 실행 함수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 탐지 결과를 입력받아 분류→알림/회수 또는 승인요청 생성까지 이어지는 run_revocation_bot() 함수로 전체를 통합한다 - 이것이 캡스톤의 '과다권한 자동 회수 봇'의 원형이다.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run_revocation_bot() 함수가 나중에 캡스톤에서 어떤 이름의 봇으로 발전하게 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run_revocation_bot(candidates, sensitive_permissions):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 in candidates: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category = classify_revocation(c, sensitive_permissions)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category == 'notice_then_revoke':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send_notice(c); results.append({'candidate': c, 'action': 'notice_sent'})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 = create_revocation_approval(c, approver='security_lead')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results.append({'candidate': c, 'action': 'approval_requested'})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results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정책의 한계와 조건 유형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만든 정책은 '누가 무엇에 접근 가능한가'만 다뤘다는 점을 짚고, 실제로는 '언제/어디서/어떤 기기로'도 중요하다는 점(2과목 ZT Policy 축과 연결)을 설명하며 시간·위치·디바이스 조건 유형을 정리한다.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사람의 같은 권한이라도, 평소 근무시간과 새벽 3시에 접근하는 것은 왜 다르게 취급되어야 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평가 함수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시각·IP를 받아 시간 조건, 위치 조건을 검사하는 함수를 구현하고, 여러 조건을 AND로 묶어 최종 허용 여부를 판단하는 evaluate_conditional_access()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check_location_condition에서 허용 국가 목록을 하드코딩하지 않고 config로 빼야 하는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check_time_condition(request_time, start=9, end=18):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start &lt;= request_time.hour &lt; end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evaluate_conditional_access(request_time, ip, device_ok):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checks = {'time': check_time_condition(request_time), 'device': device_ok}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failed = [k for k,v in checks.items() if not v]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(not failed), failed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임시권한(JIT Access) 개념과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평소에는 권한이 없다가 필요한 순간에만 짧은 기간 부여되는 임시권한 개념을 설명하고, 만료 시각이 지나면 자동으로 무효 처리되는 grant_temporary_access()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부여된 관리자 권한과, 필요할 때만 2시간 부여되는 임시 관리자 권한, 침해 위험 관점에서 어느 쪽이 더 안전할까요?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grant_temporary_access(user, permission, duration_hours=2):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{'user': user, 'permission': permission,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'expires_at': (datetime.now()+timedelta(hours=duration_hours)).isoformat()}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is_temp_access_valid(temp_access):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datetime.now() &lt; datetime.fromisoformat(temp_access['expires_at'])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엔진 최종 통합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1일차(정책 매트릭스) + 오늘(조건부 접근) + 임시권한을 하나의 evaluate_full_access() 함수로 통합해, access_control 모듈의 최종 판단 엔진을 완성한다.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통합 함수가 캡스톤에서 접근통제 자동화 모듈의 핵심 진입점이 될 텐데, agent_core의 tool_router에 어떤 이름으로 등록되면 좋을까요?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회수 자동화와 조건기반 정책·임시권한 로직을 완성하는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권한 회수 자동화 및 조건기반 정책 엔진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과다권한 회수봇과 조건기반 정책·임시권한을 통합한 최종 정책 엔진을 완성한다.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access_control/revoke.py에 classify_revocation(), revoke_permission(), log_revocation()을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config/sensitive_permissions.json으로 민감 권한 목록을 분리 관리한다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 request_flow.py의 create_request()를 import해 create_revocation_approval()을 구현하고 run_revocation_bot()으로 통합한다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access_control/conditional.py에 check_time_condition(), evaluate_conditional_access(), grant_temporary_access()를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evaluate_full_access() 함수로 1일차 정책 매트릭스, 조건부 접근, 임시권한을 통합한다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케이스(일반권한 자동회수, 민감권한 승인요청, 조건 미충족 거부, 임시권한 허용) 4가지를 실행해 access_control/day04_test_result.md에 정리한다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access_control/revoke.py, conditional.py, revocation_log.json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권한과 일반 권한이 올바르게 분류·처리되는가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조건기반 정책과 임시권한이 정확히 동작하는가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 모듈(request_flow.py)이 정상적으로 재사용되는가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점검 체크리스트 &amp; 접근통제 결과 리포트 자동화·통합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점검 체크리스트를 완성할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접근통제 결과를 자동으로 리포트화할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산출물을 access_control 모듈로 최종 통합·발표할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접근통제 자동화 모듈 (캡스톤 통합 완성본)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 (전체)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종합 지도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RBAC·정책(1일차) → 요청-승인(2일차) → 과다권한 탐지(3일차) → 회수·조건부정책(4일차)까지의 흐름을 한 장으로 정리하며 오늘이 통합의 날임을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4일 중 어느 모듈이 서로 가장 많이 재사용되었나요? (request_flow.py가 회수 승인에도 재사용된 사례 등)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점검 체크리스트 완성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 점검 항목을 바탕으로, 정기 점검 시 담당자가 따라야 할 최종 체크리스트(점검 대상, 점검 주기, 판단 기준, 조치)를 완성한다.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체크리스트에서 자동화 가능한 항목과 사람이 반드시 봐야 하는 항목은 어떻게 구분될까요?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체크리스트: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90일 미사용 권한 목록 확인 (자동)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부서 불일치 목록 확인 (자동)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만료된 예외 승인 확인 (자동)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민감 권한 보유자 별도 재검토 (수동)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접근통제 결과 리포트 자동화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모든 모듈(RBAC 상태, 정책 위반, 요청 처리 현황, 과다권한, 회수 이력)을 종합한 주간 리포트 구조를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리포트를 매주 자동 생성해 보안팀장에게 메일로 보낸다면(1과목 알림 연동), 팀장의 업무는 어떻게 바뀔까요?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 연동 지점 확인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85-110분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access_control의 evaluate_full_access(), run_revocation_bot() 같은 핵심 함수가 1과목의 tool_router.py에 어떻게 도구로 등록될 수 있는지 코드 스니펫으로 확인한다.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등록해두면, 1과목에서 만든 AI Agent가 어떤 방식으로 접근통제 기능을 '호출'할 수 있게 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tool_registry['evaluate_access'] = access_control.evaluate_full_access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tool_registry['run_revocation_bot'] = access_control.run_revocation_bot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자동화 설계를 정리하고 구현으로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weekly_report.py 오케스트레이션 작성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함수(rbac, policy, request_flow, overprivilege, revoke, conditional)를 모두 import하는 weekly_report.py의 골격을 라이브 코딩한다.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여러 모듈을 한 파일에서 import해서 쓰는 것이, 처음부터 하나의 거대한 파일로 짜는 것보다 왜 유지보수에 유리할까요?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rbac import *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policy import *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request_flow import *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overprivilege import *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revoke import *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conditional import *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generate_weekly_report()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모듈의 현재 상태(위반 건수, 처리중 요청, 과다권한 후보 수, 회수 이력 건수)를 종합해 하나의 리포트 딕셔너리로 만드는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리포트에 숫자(건수)만 있는 것과, 건수+근거 로그 링크가 함께 있는 것, 보안팀장에게는 어느 쪽이 유용할까요?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generate_weekly_report():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'policy_violations': len(...),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'pending_requests': len(...),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'overprivilege_candidates': len(...),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'revocations_this_week': len(...),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파일 저장과 알림 연동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access_control_weekly_report_YYYYMMDD.md 형태로 저장하고(1과목 템플릿+데이터 결합 패턴 재사용), 위반 건수가 임계치를 넘으면 알림을 보내는 조건을 추가한다.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매주 리포트를 자동 생성해 저장만 하는 것과, 특정 조건에서 알림까지 보내는 것, 어떤 차이가 실무에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 리뷰 체크리스트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 하드코딩 여부, 예외처리 누락 여부, 로깅 일관성, 함수 재사용성 체크리스트로 access_control/ 전체를 리뷰한다.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중 스스로 가장 취약하다고 생각하는 항목은 무엇인가요?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준비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진행할 최종 통합·시연·발표를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접근통제 결과 리포트 자동화 완성 및 발표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모듈을 통합해 접근통제 결과를 자동으로 리포트화하는 스크립트를 완성하고 시연한다.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access_control/weekly_report.py에 generate_weekly_report()를 완성한다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access_control_weekly_report_YYYYMMDD.md로 결과를 저장한다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agent_core/tool_router.py에 access_control 모듈의 핵심 함수를 등록하는 코드를 실제로 작성해 연동을 확인한다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 체크리스트로 access_control/ 전체를 점검하고 발견된 문제를 수정한다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내외 발표 자료(access_control 모듈 구조도, 데모 화면)를 준비한다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조별로 실제 리포트 생성을 시연하고 피드백을 access_control/day05_retrospective.md에 정리한다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access_control/weekly_report.py, access_control_weekly_report_*.md, day05_retrospective.md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모든 모듈이 오류 없이 통합되는가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리포트가 실제 운영에 쓸 수 있는 수준으로 구성되었는가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agent_core와의 연동 지점을 명확히 설명할 수 있는가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접근통제 자동화</dc:title>
  <dc:subject>PptxGenJS Presentation</dc:subject>
  <dc:creator>코리아IT아카데미 전임강사</dc:creator>
  <cp:lastModifiedBy>코리아IT아카데미 전임강사</cp:lastModifiedBy>
  <cp:revision>1</cp:revision>
  <dcterms:created xsi:type="dcterms:W3CDTF">2026-07-08T09:48:35Z</dcterms:created>
  <dcterms:modified xsi:type="dcterms:W3CDTF">2026-07-08T09:48:35Z</dcterms:modified>
</cp:coreProperties>
</file>