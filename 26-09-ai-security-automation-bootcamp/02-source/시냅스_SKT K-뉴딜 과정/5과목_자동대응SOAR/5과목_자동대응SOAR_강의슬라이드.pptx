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</p:sldIdLst>
  <p:notesMasterIdLst>
    <p:notesMasterId r:id="rId6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notesMaster" Target="notesMasters/notesMaster1.xml"/><Relationship Id="rId64" Type="http://schemas.openxmlformats.org/officeDocument/2006/relationships/presProps" Target="presProps.xml"/><Relationship Id="rId65" Type="http://schemas.openxmlformats.org/officeDocument/2006/relationships/viewProps" Target="viewProps.xml"/><Relationship Id="rId66" Type="http://schemas.openxmlformats.org/officeDocument/2006/relationships/theme" Target="theme/theme1.xml"/><Relationship Id="rId6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371600"/>
            <a:ext cx="4572000" cy="45720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572000"/>
            <a:ext cx="3657600" cy="3657600"/>
          </a:xfrm>
          <a:prstGeom prst="ellipse">
            <a:avLst/>
          </a:prstGeom>
          <a:solidFill>
            <a:srgbClr val="00A896">
              <a:alpha val="2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P2 EXECUTION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173736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 대응(SOAR)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7F5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상세 강의 슬라이드  ·  전체 40시간 (5일)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31520" y="60350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D9D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담당: 코리아IT아카데미 전임강사   |   레포: soar_response/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1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 개념·플레이북 구조 &amp; 탐지-분류-조치-보고 흐름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SOAR의 개념과 보안 운영 플레이북의 구조(트리거·조건·액션·승인)를 이해한다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탐지-분류-조치-보고로 이어지는 SOAR 4단계 파이프라인을 설계할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플레이북 템플릿을 설계할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 자동화 모듈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soar_response/day01_playbook_flow.py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1~4과목 복습 - 탐지에서 대응으로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1과목(자동화 기초) → 2과목(ZT PDP/PEP) → 3과목(접근통제 회수봇) → 4과목(이상탐지·위험점수)까지 '판단'을 자동화해왔다면, 5과목은 그 판단 이후 '실제 조치'까지 자동화하는 마지막 단계임을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4과목에서 만든 위험점수·우선순위 분류 결과를 가지고, 사람이 매번 수동으로 조치한다면 어떤 한계가 있을까요?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SOAR란 무엇인가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20-45분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여러 보안 도구를 오케스트레이션(조율)하고, 반복적인 대응 작업을 자동화하며, 최종적으로 위협에 대응(Response)하는 SOAR의 3요소를 설명하고, 도입 시 과도한 자동화의 위험(오탐 시 자동 조치의 부작용)도 함께 짚는다.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오탐(4과목)인 이벤트에 대해 자동으로 계정을 잠가버린다면 어떤 문제가 생길까요?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Orchestration: 여러 도구를 연결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Automation: 반복 작업 자동 실행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Response: 실제 위협에 대한 조치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플레이북(Playbook)이란 무엇인가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45-75분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특정 유형의 보안 이벤트가 발생했을 때 따라야 할 표준화된 대응 절차를 미리 문서화·코드화한 것을 플레이북으로 정의하고, 1과목 6일차에서 배운 트리거-조건-액션 모델을 확장해 트리거·조건·액션·승인의 4대 구성요소로 정리한다.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1과목 6일차의 트리거-조건-액션 모델과 오늘의 플레이북, 무엇이 새로 추가되었나요?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트리거: 이상탐지 모듈에서 risk_score &gt;= 80 이벤트 수신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조건: 사용자가 VIP 계정인가?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액션: 계정 임시 잠금 + 티켓 생성 + 담당자 알림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승인: VIP 계정은 잠금 전 보안팀장 승인 필요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플레이북 예시와 문서화 템플릿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75-100분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4과목 상관분석 시나리오('로그인실패급증→성공→비인가접근')를 플레이북으로 구체화하고, 팀이 공유·검토할 수 있는 표준 문서 템플릿(이름, 트리거, 단계별 조치, 승인자, 예상 소요시간)을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플레이북에 '예상 소요시간'을 적어두면 실제 운영에서 어떤 점이 도움이 될까요?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SOAR와 플레이북 구조를 정리하고 4단계 파이프라인 설계로 넘어간다.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 4단계 파이프라인 개관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탐지(Detect) → 분류(Triage) → 조치(Respond) → 보고(Report)로 이어지는 SOAR의 전체 파이프라인을 소개하고, 이후 각 단계를 실전으로 구현할 것임을 안내한다.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4단계 중 '분류(Triage)' 단계가 필요한 이유는 무엇일까요?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수집과 심각도 분류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20-45분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4과목 이상탐지 모듈에서 생성된 위험점수·우선순위가 매겨진 이벤트를 SOAR 파이프라인의 입력으로 받는 인터페이스를 설계하고, 우선순위·자산 중요도·영향 범위를 종합해 대응 등급(즉시 자동조치/승인 후 조치/모니터링만)을 정하는 분류 로직을 설계한다.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high 우선순위라도 영향범위(일반 직원 vs 임원 계정)에 따라 왜 처리 방식이 달라야 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input_event = {'event_id': 'evt-2001', 'user': 'kim01', 'risk_score': 85, 'priority': 'high'}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등급 기준: high+낮은 영향범위 -&gt; 즉시 자동조치 / high+높은 영향범위(VIP) -&gt; 승인 후 조치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유형과 보고 단계 설계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45-70분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즉시 자동조치·승인 후 조치·모니터링만의 3가지 조치 유형을 정리하고, 조치가 끝난 후 무엇을 누구에게 보고할지를 1과목 9일차(보고서 자동생성)와 연결지어 설계한다.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1과목에서 만든 report_generator.py의 템플릿+LLM 결합 방식을 SOAR 보고서에도 그대로 쓸 수 있는 이유는 무엇일까요?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상태 관리와 플레이북 매칭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70-95분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이벤트가 4단계 중 어디까지 처리되었는지 상태(detected/triaged/responded/reported)로 추적하는 데이터 구조(3과목 요청 상태 관리 패턴 재사용)와, 분류된 등급·이벤트 유형에 따라 알맞은 플레이북을 자동 매칭하는 로직을 설계한다.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3과목에서 만든 요청 상태(requested-&gt;reviewing-&gt;approved) 관리 패턴과 오늘의 incident 상태 관리, 어떤 점이 비슷한가요?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incident = {'event_id': 'evt-2001', 'status': 'triaged', 'history': [...]}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 4단계 파이프라인 다이어그램과 이벤트 상태 관리 코드를 작성하는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플레이북 템플릿 설계 및 4단계 흐름 구현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4과목 탐지 시나리오 기반 플레이북을 설계하고, 이벤트 상태 관리·플레이북 매칭 로직을 구현한다.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soar_response/playbooks/ 폴더에 플레이북 문서 템플릿(트리거/조건/액션/승인자/예상소요시간)을 설계한다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4과목의 대표 탐지 시나리오 3가지(비정상 로그인, 트래픽 급증, 상관분석 매칭)에 대해 플레이북 초안을 작성한다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플레이북에 최소 1개 이상의 승인 필요 단계를 포함시킨다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soar_response/incident.py에 incident 상태 구조와 update_status() 함수를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config/playbook_registry.json을 만들고 match_playbook() 함수로 이벤트 유형-플레이북 매칭을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조원과 서로의 플레이북을 교환해 트리거 조건이 애매하지 않은지 검토한다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soar_response/playbooks/*.md, incident.py, config/playbook_registry.json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트리거-조건-액션-승인 4요소가 모두 명확히 정의되었는가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이벤트 상태 전이가 정확히 구현되었는가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플레이북 매칭 로직이 정상 동작하는가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2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잠금·접근 차단 자동화 시나리오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잠금 자동화 시나리오를 설계할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접근 차단(IP차단·세션종료) 자동화 시나리오를 설계할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조치를 코드로 구현하고 안전장치를 적용할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 자동화 모듈 (이상행위 자동 차단 에이전트)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soar_response/day02_containment.py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잠금이 필요한 상황과 부작용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4과목에서 다룬 계정탈취 의심 시나리오에서 추가 피해를 막기 위한 첫 조치로 계정 잠금이 쓰이는 흐름을 설명하고, 정당한 사용자가 오탐으로 잠기면 업무가 중단되는 부작용도 함께 짚는다.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계정을 잠그지 않고 조사만 계속한다면, 공격자가 그 사이에 무엇을 할 수 있을까요?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잠금 시나리오 설계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20-50분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트리거(4과목 상관분석 매칭) → 조건(VIP 계정 여부로 자동/승인 분기) → 액션(임시 잠금 + 알림) → 해제 조건(조사 완료 후 수동 해제)으로 이어지는 시나리오를 설계한다.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임시 잠금에 자동 해제 조건이 없다면, 정당한 사용자는 얼마나 오래 업무가 중단될 수 있을까요?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3과목 revoke.py와의 관계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50-80분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3과목에서 만든 권한 회수(revoke_permission)와 오늘의 계정 잠금이 비슷해 보이지만 다른 이유(회수는 특정 권한만 제거, 잠금은 전체 접근 차단)를 비교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3과목의 revoke_permission()과 오늘 만들 lock_account()의 차이는 무엇일까요?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잠금·해제 함수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80-105분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lock_account(), unlock_account() 함수를 구현하고, 모든 조치는 사유·시각과 함께 로그로 남기도록 설계한다.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계정을 '영구 삭제'가 아니라 '임시 잠금'으로 설계하는 이유는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lock_account(user, reason):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accounts[user]['locked'] = True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log_action('lock_account', {'user': user, 'reason': reason})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잠금 시나리오를 정리하고 접근 차단으로 넘어간다.</a:t>
            </a:r>
            <a:endParaRPr lang="en-US" sz="15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차단과 세션 종료의 차이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차단(2과목 방화벽 룰 재사용)은 네트워크 레벨 조치, 세션 종료는 애플리케이션 레벨 조치라는 점을 구분하고 각각 언제 쓰이는지 사례로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공격자의 IP가 계속 바뀐다면(VPN 등 사용), IP 차단만으로 충분할까요? 세션 종료가 왜 함께 필요할까요?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IP 차단 자동화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25-55분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2과목 4일차에서 배운 방화벽 룰 구조를 재사용해, 악성 IP를 방화벽 차단 목록 최상단에 자동 추가하는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 차단 규칙을 룰 리스트의 맨 앞에 추가하는 이유는 무엇일까요? (2과목에서 배운 룰 순서의 중요성)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block_ip(ip, firewall_rules):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new_rule = {'src': ip, 'dst': 'any', 'action': 'deny', 'reason': 'SOAR auto-block'}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firewall_rules.insert(0, new_rule)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log_action('block_ip', {'ip': ip})</a:t>
            </a:r>
            <a:endParaRPr lang="en-US" sz="12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종료 자동화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55-85분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활성 세션 목록에서 특정 사용자의 세션을 찾아 무효화하는 terminate_session()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세션을 종료해도 계정 잠금을 함께 하지 않으면 어떤 문제가 생길까요?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terminate_session(user, active_sessions):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terminated = [s for s in active_sessions if s['user']==user]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active_sessions[:] = [s for s in active_sessions if s['user']!=user]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log_action('terminate_session', {'user': user, 'count': len(terminated)})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terminated</a:t>
            </a:r>
            <a:endParaRPr lang="en-US" sz="12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계정 예외 처리와 차단 해제 절차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85-110분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계정 목록을 config로 분리해 lock_account() 호출 시 예외를 발생시켜 승인 절차로 우회하도록 하고, 차단 해제 시에도 반드시 사유를 로그로 남기는 절차를 설계한다.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차단은 자동으로 하고 해제는 왜 수동(사람 확인)으로 하는 것이 안전할까요?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계정잠금·접근차단 자동화 스크립트를 구현하는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계정잠금·접근차단 자동화 스크립트 구현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 잠금, IP 차단, 세션 종료 자동화 함수를 구현하고 안전장치를 적용한다.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soar_response/containment.py에 lock_account(), unlock_account(), block_ip(), terminate_session() 함수를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조치 함수 호출 시 log_action()으로 조치 이력을 남기도록 통일한다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config/vip_accounts.json을 만들어 VIP 계정은 lock_account() 호출 시 예외를 발생시켜 승인 절차로 우회하도록 만든다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시나리오 3건(일반계정 자동잠금, VIP계정 승인필요, IP차단+세션종료 결합)을 실행해본다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차단 해제 함수(unlock_account, unblock_ip)도 구현하고 해제 시 반드시 사유를 기록하도록 만든다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soar_response/containment_log.json에 전체 조치 이력이 정상 누적되는지 확인한다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soar_response/containment.py, config/vip_accounts.json, containment_log.json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계정잠금·IP차단·세션종료가 모두 정상 동작하는가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VIP 계정에 대한 예외(승인 우회) 처리가 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모든 조치와 해제가 로그로 기록되는가</a:t>
            </a:r>
            <a:endParaRPr lang="en-US" sz="13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3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 생성·알림 전파·에스컬레이션 워크플로우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 생성 자동화(ITSM 연동 개념)를 이해한다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전파·담당자 에스컬레이션 워크플로우를 설계할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워크플로우를 코드로 통합 구현할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 자동화 모듈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soar_response/day03_ticketing_escalation.py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티켓 시스템과 연동하는가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조치 이력을 로그 파일에만 남기면 팀 전체가 진행 상황을 공유하기 어렵다는 점을 짚고, 티켓 시스템(ITSM)과 연동해 추적 가능성(traceability)을 높이는 이유를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파일만 있고 티켓이 없다면, '이 사고를 누가 지금 처리하고 있는지' 팀원들이 어떻게 알 수 있을까요?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ITSM 연동 개념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20-50분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1과목 4일차에서 배운 API POST 요청 지식을 그대로 활용해, 가상의 티켓 시스템 API에 티켓을 생성하는 구조를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1과목에서 만든 call_with_retry() 함수를 오늘의 티켓 생성 API 호출에도 재사용할 수 있는 이유는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ticket_payload = {'title': '[SOAR] 계정탈취 의심 - kim01', 'priority': 'high', 'description': '...'}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 생성 자동화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50-80분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1일차 플레이북 정보와 2일차 조치 이력을 결합해 티켓 본문을 자동 구성하고, 모의 API로 전송하는 create_ticket()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 본문에 플레이북 이름과 조치내역을 자동으로 넣어주면, 담당자가 수동으로 무엇을 하지 않아도 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create_ticket(incident, playbook, containment_actions):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 = f'플레이북: {playbook["name"]}\n조치내역: {containment_actions}'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payload = {'title': f'[SOAR] {incident["event_id"]}', 'priority': incident['priority'], 'description': body}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requests.post(TICKET_API_URL, json=payload, timeout=5)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 상태와 incident 상태 동기화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80-105분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1일차에 만든 incident 상태(detected/triaged/responded/reported)와 티켓 상태를 함께 업데이트해 두 시스템 간 불일치가 없도록 하는 설계를 다룬다.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incident 상태는 'responded'인데 티켓은 여전히 'Open'으로 남아있다면 어떤 혼란이 생길까요?</a:t>
            </a:r>
            <a:endParaRPr lang="en-US" sz="13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 생성 자동화를 정리하고 알림·에스컬레이션으로 넘어간다.</a:t>
            </a:r>
            <a:endParaRPr lang="en-US" sz="15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채널 선택 기준과 1과목 함수 재사용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이메일(공식성, 기록 보존)과 메신저(실시간성)의 장단점을 비교하고, 1과목 10일차에서 만든 send_email(), send_chat_alert() 함수를 그대로 재사용해 알림 전파 기능을 구현할 것임을 안내한다.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1과목에서 만든 알림 함수를 재사용하면, 5과목에서 새로 짜야 하는 코드가 얼마나 줄어들까요?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에스컬레이션 규칙 설계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25-55분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1차 담당자가 일정 시간(SLA, 2과목 개념 재사용) 내 응답하지 않으면 2차 담당자(팀장)에게 자동으로 알림이 넘어가는 에스컬레이션 규칙을 설계한다.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2과목에서 배운 SLA 초과 감지 로직(check_sla_breach)을 오늘의 에스컬레이션에도 재사용할 수 있는 이유는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에스컬레이션 규칙: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0분: 1차 담당자(당직자)에게 알림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15분 무응답: 2차 담당자(팀장)에게 알림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30분 무응답: 3차(보안책임자) + 전화 알림</a:t>
            </a:r>
            <a:endParaRPr lang="en-US" sz="12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에스컬레이션 구현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55-85분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 여부를 확인하고 미응답 시 다음 단계 담당자에게 알림을 보내는 escalate()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에스컬레이션 단계마다 알림 채널을 다르게 쓰는 이유는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escalate(incident, escalation_chain, response_status):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level, contact in enumerate(escalation_chain):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if response_status.get(level) == 'acknowledged':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send_chat_alert(contact['webhook'], f'[{level+1}차 에스컬레이션] {incident["event_id"]}')</a:t>
            </a:r>
            <a:endParaRPr lang="en-US" sz="12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 피로도 관리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85-110분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1과목 6일차에서 배운 alert fatigue 개념을 다시 짚으며, 에스컬레이션이 너무 잦으면 오히려 무시된다는 점, 4과목 튜닝이 SOAR 단계 전체의 품질에도 영향을 준다는 점을 강조한다.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4과목에서 탐지 정밀도를 높이는 튜닝을 소홀히 하면, 5과목의 에스컬레이션 시스템은 어떤 영향을 받을까요?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티켓생성·알림·에스컬레이션 워크플로우를 통합 구현하는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티켓생성·알림·에스컬레이션 워크플로우 구현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 생성, 알림 전파, 에스컬레이션까지 이어지는 자동화 워크플로우를 완성한다.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soar_response/ticketing.py에 create_ticket(), sync_ticket_status() 함수를 구현한다(모의 API 또는 로컬 파일로 티켓 저장소 시뮬레이션)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soar_response/escalation.py에 escalation_chain 구조와 escalate() 함수를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config/escalation_rules.json으로 SLA 시간, 담당자 체인을 분리 관리한다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2일차 containment.py의 조치 결과를 티켓 본문에 자동 반영하는 연동을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테스트 시나리오(1차 담당자 무응답 -&gt; 2차 에스컬레이션 발생)를 시뮬레이션해 정상 동작을 확인한다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soar_response/day03_test_result.md에 티켓 생성~에스컬레이션 전체 흐름의 테스트 결과를 정리한다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soar_response/ticketing.py, escalation.py, config/escalation_rules.json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티켓 생성 시 플레이북·조치내역이 자동 반영되는가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에스컬레이션이 SLA 기준에 따라 정확히 발생하는가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1과목 알림 함수가 재사용되었는가</a:t>
            </a:r>
            <a:endParaRPr lang="en-US" sz="13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4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초동대응 리포트 &amp; 승인게이트·오탐대응·리스크평가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초동 대응 리포트를 템플릿+LLM으로 자동 생성할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게이트(자동조치 vs 사람승인) 구분 기준을 설계할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대응 절차와 운영 리스크 평가 기준을 만들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 자동화 모듈 (AI 이벤트 분류·초동대응봇 핵심 / 안전한 자동화의 핵심)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soar_response/day04_report_approval.py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초동 대응 리포트 구성요소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사고 개요, 탐지 근거(4과목 위험점수·상관분석), 조치 내역(2일차 containment 로그), 현재 상태(1일차 incident 상태), 후속 조치 필요사항의 5대 구성요소와, 이것이 대부분 1~3일차에서 이미 만들어진 데이터임을 확인한다.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5가지 구성요소 중 어느 것이 1~3일차에서 이미 만들어진 데이터를 그대로 가져오는 것들일까요?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형식의 사고 경위 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20-45분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2과목 8일차에서 배운 타임라인 다이어그램 기법을 리포트 안의 '사고 경위' 섹션에 텍스트 형태로 적용하는 법을 실습한다.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타임라인 형식으로 정리하면, 표나 문단으로 나열하는 것보다 어떤 점이 더 명확해질까요?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09:00 로그인 실패 6회 탐지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09:05 로그인 성공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09:07 비인가 접근 시도 -&gt; 상관분석 매칭(위험점수 85)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09:08 계정 자동 잠금 조치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09:09 티켓 생성 및 1차 담당자 알림</a:t>
            </a:r>
            <a:endParaRPr lang="en-US" sz="12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취합과 템플릿 뼈대 구성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45-75분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incident(1일차), containment_log(2일차), ticket(3일차) 데이터를 하나로 취합하는 collect_incident_data() 함수를 구현하고, 1과목 9일차의 문자열 템플릿 방식을 재사용해 리포트 뼈대를 구성한다.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함수가 3개의 서로 다른 모듈의 데이터를 가져올 수 있는 것은 1~4과목에서 어떤 습관(JSON 저장, 공통 스키마)을 지켰기 때문일까요?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collect_incident_data(event_id):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incident = load_incident(event_id)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actions = [a for a in load_containment_log() if a['event_id']==event_id]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ticket = load_ticket(event_id)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{'incident': incident, 'actions': actions, 'ticket': ticket}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LLM으로 사고개요·후속조치 생성 및 대상별 버전 관리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75-100분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1과목처럼 사고개요·후속조치 문단만 LLM에게 생성시키고, 2과목 9일차 비전문가 설명 기법을 적용해 기술팀용(상세)과 경영진용(요약) 두 버전을 각각 생성하는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incident_data를 입력으로 쓰면서 두 가지 버전을 만들 수 있는 이유는 무엇일까요? (프롬프트만 다르게 설계)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= call_llm(f'다음 사고 데이터를 3문장으로 요약해줘: {incident_data}')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next_steps = call_llm(f'다음 사고에 대한 후속 조치를 3가지 제안해줘: {incident_data}')</a:t>
            </a:r>
            <a:endParaRPr lang="en-US" sz="12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초동대응 리포트 자동화를 정리하고 승인게이트·리스크평가로 넘어간다.</a:t>
            </a:r>
            <a:endParaRPr lang="en-US" sz="15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자동조치 vs 승인필요 조치 구분 기준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1과목 6일차에서 예고했던 승인 게이트 개념을 SOAR 맥락에서 완성한다는 목표를 제시하고, 가역성·영향범위·확실성 3가지 기준으로 자동조치와 승인필요 조치를 나누는 프레임워크를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가역적이지만 영향범위가 매우 넓은 조치가 있다면, 이것도 승인이 필요할까요?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자동조치 가능: 낮은 위험 IP 차단(가역적, 영향범위 좁음)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승인 필요: VIP 계정 잠금, 핵심 서버 격리</a:t>
            </a:r>
            <a:endParaRPr lang="en-US" sz="12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게이트 공통 구현 패턴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20-50분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2일차 containment.py의 VIP 계정 예외 처리를 일반화해, 모든 조치 함수 앞에 공통 승인 게이트를 적용하는 execute_action() 함수를 구현한다.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이렇게 공통 게이트를 만들면, 2일차에 만든 lock_account(), block_ip() 각각에 예외 처리를 따로 넣지 않아도 되는 이유는 무엇일까요?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execute_action(action_func, *args, risk_level='low', **kwargs):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risk_level in ('high', 'critical'):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request_approval(action_func.__name__, args, kwargs)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action_func(*args, **kwargs)</a:t>
            </a:r>
            <a:endParaRPr lang="en-US" sz="12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대응 절차와 피드백 루프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50-75분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자동으로 계정을 잠갔는데 알고 보니 정상 사용자였을 경우의 신속한 복구 절차(즉시 해제, 원인 기록)를 설계하고, 이 오탐 사례가 다시 4과목 evaluate_detector()에 라벨링 데이터로 추가되어 탐지 룰이 개선되는 피드백 루프를 설명한다.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피드백 루프가 있다면, 시간이 지날수록 이상탐지·SOAR 시스템의 오탐률은 어떻게 변화할까요?</a:t>
            </a:r>
            <a:endParaRPr lang="en-US" sz="13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리스크 종합 평가표 완성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75-100분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가역성·영향범위·확실성·오탐이력을 종합해 각 조치 유형별 운영 리스크 점수를 매기는 최종 평가표를 완성한다.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평가표가 있으면, 새로운 조치 유형을 추가할 때 승인 필요 여부를 어떻게 빠르게 결정할 수 있을까요?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초동대응 리포트와 승인게이트·오탐대응 절차를 완성하는 실습을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초동대응 리포트·승인게이트·오탐대응 절차 구현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1~3일차 데이터를 취합해 초동 대응 리포트를 자동 생성하고, 공통 승인 게이트와 오탐 복구 절차를 구현한다.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soar_response/report.py에 collect_incident_data()와 템플릿+LLM 결합 리포트 생성 함수를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기술팀용 상세 버전과 경영진용 요약 버전을 각각 incident_report_*.md로 저장한다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soar_response/approval_gate.py에 execute_action() 공통 게이트를 구현한다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config/risk_levels.json에 조치 유형별 위험등급(low/high/critical)을 정의하고 2일차 containment.py 함수들을 execute_action()을 통해 호출하도록 리팩토링한다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handle_false_positive() 함수를 구현해 즉시 해제+원인기록+4과목 라벨 데이터 추가를 자동화한다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리스크 평가표를 soar_response/risk_assessment.md로 작성하고, 오탐 시나리오를 시뮬레이션해 handle_false_positive()를 검증한다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soar_response/report.py, approval_gate.py, incident_report_*.md, risk_assessment.md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2~3일차 데이터가 빠짐없이 리포트에 반영되는가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위험등급에 따라 자동/승인이 올바르게 분기되는가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오탐 복구 절차가 신속하고 완전하게 처리되는가</a:t>
            </a:r>
            <a:endParaRPr lang="en-US" sz="13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0234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297680" cy="6858000"/>
          </a:xfrm>
          <a:prstGeom prst="rect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8229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spc="200" kern="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7899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대응 플레이북 통합 &amp; 최종 발표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67665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1~4일차 모든 SOAR 모듈을 통합한 플레이북을 완성할 수 있다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✦"/>
            </a:pPr>
            <a:r>
              <a:rPr lang="en-US" sz="1500" dirty="0">
                <a:solidFill>
                  <a:srgbClr val="E8FB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P1~P2 전 과목 통합 결과를 발표하고 캡스톤을 준비할 수 있다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38160" y="3017520"/>
            <a:ext cx="3566160" cy="1371600"/>
          </a:xfrm>
          <a:prstGeom prst="roundRect">
            <a:avLst>
              <a:gd name="adj" fmla="val 5333"/>
            </a:avLst>
          </a:prstGeom>
          <a:solidFill>
            <a:srgbClr val="023436"/>
          </a:solidFill>
          <a:ln/>
        </p:spPr>
      </p:sp>
      <p:sp>
        <p:nvSpPr>
          <p:cNvPr id="7" name="Text 5"/>
          <p:cNvSpPr/>
          <p:nvPr/>
        </p:nvSpPr>
        <p:spPr>
          <a:xfrm>
            <a:off x="8321040" y="3154680"/>
            <a:ext cx="3291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빌딩블록</a:t>
            </a:r>
            <a:endParaRPr lang="en-US" sz="1200" dirty="0"/>
          </a:p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 자동화 모듈 (캡스톤 최종 통합본)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138160" y="4572000"/>
            <a:ext cx="3566160" cy="1005840"/>
          </a:xfrm>
          <a:prstGeom prst="roundRect">
            <a:avLst>
              <a:gd name="adj" fmla="val 7273"/>
            </a:avLst>
          </a:prstGeom>
          <a:solidFill>
            <a:srgbClr val="023436"/>
          </a:solidFill>
          <a:ln/>
        </p:spPr>
      </p:sp>
      <p:sp>
        <p:nvSpPr>
          <p:cNvPr id="9" name="Text 7"/>
          <p:cNvSpPr/>
          <p:nvPr/>
        </p:nvSpPr>
        <p:spPr>
          <a:xfrm>
            <a:off x="8321040" y="4709160"/>
            <a:ext cx="3291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레포 경로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 (전체) + security-agent-toolkit 전체 통합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242316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114800" y="5760720"/>
            <a:ext cx="1554480" cy="685800"/>
          </a:xfrm>
          <a:prstGeom prst="roundRect">
            <a:avLst>
              <a:gd name="adj" fmla="val 8000"/>
            </a:avLst>
          </a:prstGeom>
          <a:solidFill>
            <a:srgbClr val="00A896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114800" y="5760720"/>
            <a:ext cx="1554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63B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1~4일차 SOAR 모듈 종합 지도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00-25분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플레이북·흐름설계(1일차) → 봉쇄조치(2일차) → 티켓/에스컬레이션(3일차) → 리포트/승인게이트(4일차)까지의 전체 구조를 한 장으로 정리한다.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4일 동안 만든 모듈 중 1~4과목의 기존 코드를 가장 많이 재사용한 모듈은 무엇이었나요?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security-agent-toolkit 전체 구조 최종 확인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25-55분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1과목(agent_core) → 2과목(network_zt) → 3과목(access_control) → 4과목(anomaly_detection) → 5과목(soar_response)까지 5개 모듈이 어떻게 하나의 레포로 연결되는지 전체 아키텍처를 다시 확인한다.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244시간 동안 만든 이 5개 모듈이, 캡스톤 80시간 동안 팀별로 어떤 작업을 하게 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security-agent-toolkit/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agent_core/  network_zt/  access_control/  anomaly_detection/  soar_response/</a:t>
            </a:r>
            <a:endParaRPr lang="en-US" sz="12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4대 주제와 모듈 매핑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55-85분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캡스톤의 4가지 주제(과다권한 자동회수봇/이상행위 자동차단 에이전트/ZT 보안자세 점검·스코어링/AI 보안이벤트 분류·초동대응봇) 각각이 어느 모듈들의 조합인지 표로 명확히 매핑한다.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팀이 이 4가지 중 하나를 선택한다면, 이미 가진 어떤 모듈들을 우선 가져다 쓰게 될까요?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과다권한 자동회수봇 = access_control + agent_core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이상행위 자동차단 에이전트 = anomaly_detection + soar_response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ZT 보안자세 점검·스코어링 = network_zt + agent_core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 이벤트분류·초동대응봇 = anomaly_detection + soar_response + agent_core</a:t>
            </a:r>
            <a:endParaRPr lang="en-US" sz="12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착수 가이드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85-110분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80시간 캡스톤 기간 동안 팀이 첫 주에 해야 할 일(고객사/시나리오 선정, 기존 모듈 중 재사용할 것 선정, config만 교체해 프로토타입 구동)을 순서대로 안내한다.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팀이 캡스톤 첫날 가장 먼저 해야 할 일은 무엇일까요? (새 코드 작성이 아니라 기존 모듈 config 교체 시도)</a:t>
            </a:r>
            <a:endParaRPr lang="en-US" sz="13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강의1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통합 구조를 정리하고 최종 구현 실습으로 넘어간다.</a:t>
            </a:r>
            <a:endParaRPr lang="en-US" sz="15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soar_engine.py 오케스트레이션 작성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00-30분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playbook, incident, containment, ticketing, escalation, report, approval_gate 모듈을 모두 import하는 soar_engine.py의 골격을 라이브 코딩한다.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run_soar_pipeline() 함수 하나가 지금까지 4일간 만든 모든 모듈을 어떻게 순서대로 엮어낼까요?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run_soar_pipeline(event):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incident = detect_and_triage(event)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playbook = match_playbook(incident)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execute_playbook(playbook, incident)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create_ticket(incident, playbook, result)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generate_report(incident)</a:t>
            </a:r>
            <a:endParaRPr lang="en-US" sz="12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4과목 파이프라인과의 종단간 연결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30-60분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4과목에서 만든 anomaly_detection 파이프라인 출력을 오늘 만든 soar_engine의 입력으로 직접 연결해, 탐지-&gt;대응 전체가 자동으로 이어지는 종단간(end-to-end) 구조를 완성한다.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4과목 파이프라인 출력 형식과 5과목 입력 형식이 다르다면 어떤 문제가 생길까요? 이번 과정에서 이걸 어떻게 방지했나요? (공통 스키마)</a:t>
            </a:r>
            <a:endParaRPr lang="en-US" sz="13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코드 리뷰 체크리스트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60-85분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config 하드코딩 여부, 예외처리 누락 여부, 로깅 일관성, 승인 게이트 적용 여부를 체크리스트로 soar_response/ 전체를 리뷰한다.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02920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체크리스트 중 스스로 가장 취약하다고 생각하는 항목은 무엇인가요?</a:t>
            </a:r>
            <a:endParaRPr lang="en-US" sz="13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 최종 연동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85-105분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548640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agent_core/tool_router.py에 soar_response의 핵심 함수(run_soar_pipeline 등)를 등록해 전체 5개 모듈의 연동 지점을 최종 확인한다.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5394960"/>
            <a:ext cx="493776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 </a:t>
            </a:r>
            <a:pPr indent="0" marL="0">
              <a:buNone/>
            </a:pPr>
            <a:r>
              <a:rPr lang="en-US" sz="1300" i="1" dirty="0">
                <a:solidFill>
                  <a:srgbClr val="2E5C5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이제 1과목의 AI Agent가 이 함수 하나만 호출하면, 내부적으로 몇 개 과목의 코드가 함께 실행되는 걸까요?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554480"/>
            <a:ext cx="5394960" cy="4663440"/>
          </a:xfrm>
          <a:prstGeom prst="roundRect">
            <a:avLst>
              <a:gd name="adj" fmla="val 1176"/>
            </a:avLst>
          </a:prstGeom>
          <a:solidFill>
            <a:srgbClr val="0B2E33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1691640"/>
            <a:ext cx="4937760" cy="4389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A7F3D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tool_registry['run_soar_pipeline'] = soar_response.run_soar_pipeline</a:t>
            </a:r>
            <a:endParaRPr lang="en-US" sz="12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강의2 · 120분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 준비 안내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B7A7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105-120분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11155680" cy="466344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1783080"/>
            <a:ext cx="1060704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실습에서 진행할 최종 통합 시연과 발표를 안내한다.</a:t>
            </a:r>
            <a:endParaRPr lang="en-US" sz="15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4FB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2343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56032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- 통합 플레이북 최종 구현 및 시연 발표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0332720" y="365760"/>
            <a:ext cx="1463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02C39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120분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목표  </a:t>
            </a:r>
            <a:pPr indent="0" marL="0">
              <a:buNone/>
            </a:pPr>
            <a:r>
              <a:rPr lang="en-US" sz="14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1~4일차 SOAR 모듈을 하나의 실행 가능한 플레이북 엔진으로 통합하고, P1~P2 전체 학습을 마무리하는 최종 시연을 진행한다.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49440" cy="4206240"/>
          </a:xfrm>
          <a:prstGeom prst="roundRect">
            <a:avLst>
              <a:gd name="adj" fmla="val 13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77240" y="2240280"/>
            <a:ext cx="649224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진행 단계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soar_response/soar_engine.py를 생성해 1~4일차 모듈을 모두 import한다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run_soar_pipeline(event) 함수로 이벤트 입력부터 플레이북 매칭 -&gt; 조치(승인게이트 경유) -&gt; 티켓/에스컬레이션 -&gt; 리포트 생성까지 전체를 통합한다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4과목 anomaly_detection 파이프라인 출력을 직접 입력으로 연결해 종단간 테스트를 수행한다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agent_core/tool_router.py에 soar_response의 핵심 함수를 등록해 전체 5개 모듈의 연동 지점을 최종 확인한다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10분 내외의 최종 발표 자료(5개 모듈 아키텍처, 종단간 데모, 캡스톤 4대 주제 매핑)를 준비한다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✦"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팀별로 탐지-&gt;대응 전체 파이프라인을 실제 시연하고, 피드백을 soar_response/day05_final_retrospective.md에 정리해 캡스톤 착수 자료로 남긴다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680960" y="2057400"/>
            <a:ext cx="3977640" cy="1965960"/>
          </a:xfrm>
          <a:prstGeom prst="roundRect">
            <a:avLst>
              <a:gd name="adj" fmla="val 2791"/>
            </a:avLst>
          </a:prstGeom>
          <a:solidFill>
            <a:srgbClr val="00A896">
              <a:alpha val="1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7909560" y="2240280"/>
            <a:ext cx="356616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산출물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soar_response/soar_engine.py, day05_final_retrospective.md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680960" y="4160520"/>
            <a:ext cx="3977640" cy="2103120"/>
          </a:xfrm>
          <a:prstGeom prst="roundRect">
            <a:avLst>
              <a:gd name="adj" fmla="val 2609"/>
            </a:avLst>
          </a:prstGeom>
          <a:solidFill>
            <a:srgbClr val="02C39A">
              <a:alpha val="15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09560" y="434340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02809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기준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4과목 탐지 결과부터 5과목 대응까지 종단간으로 오류 없이 동작하는가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승인게이트가 위험도에 따라 정확히 작동하는가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200" dirty="0">
                <a:solidFill>
                  <a:srgbClr val="0B2E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발표에서 5개 모듈과 캡스톤 4대 주제의 연결을 명확히 설명하는가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61</Slides>
  <Notes>61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61</vt:i4>
      </vt:variant>
    </vt:vector>
  </HeadingPairs>
  <TitlesOfParts>
    <vt:vector size="6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자동 대응(SOAR)</dc:title>
  <dc:subject>PptxGenJS Presentation</dc:subject>
  <dc:creator>코리아IT아카데미 전임강사</dc:creator>
  <cp:lastModifiedBy>코리아IT아카데미 전임강사</cp:lastModifiedBy>
  <cp:revision>1</cp:revision>
  <dcterms:created xsi:type="dcterms:W3CDTF">2026-07-08T09:57:12Z</dcterms:created>
  <dcterms:modified xsi:type="dcterms:W3CDTF">2026-07-08T09:57:12Z</dcterms:modified>
</cp:coreProperties>
</file>